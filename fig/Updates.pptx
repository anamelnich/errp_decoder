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7"/>
    <p:restoredTop sz="95890"/>
  </p:normalViewPr>
  <p:slideViewPr>
    <p:cSldViewPr snapToGrid="0">
      <p:cViewPr>
        <p:scale>
          <a:sx n="214" d="100"/>
          <a:sy n="214" d="100"/>
        </p:scale>
        <p:origin x="-1528" y="-1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C71FB-41E1-6602-208F-30A8229017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F5262-3566-AF79-0547-CE55B149C6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4B7F5-53EC-E5D7-CBB6-948C5C7F3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A743B-9E53-0B4A-86EA-0AD3713C4700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1A719-77DA-FFEC-A7B0-01C3C5678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B55FB-C56B-D266-01D8-7B5A8DA2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155E-A885-3943-9498-62D90E4A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07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165B0-7268-F782-3014-F5E5B6111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731E7-D2A3-4FED-6A0C-FAA95D1FFA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9B1A2-C746-E6CD-36ED-9D957680F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A743B-9E53-0B4A-86EA-0AD3713C4700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696CF-5A9A-3C8C-FE36-F28046753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44D66-3E6B-B506-E5C2-43AA41B4C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155E-A885-3943-9498-62D90E4A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071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1CFE2-05CD-0892-D3FD-FD6A0AD40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7F98B-DD96-2A9B-3991-94DCCDB3F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D5040-E5F4-7CFC-8978-60B2002E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A743B-9E53-0B4A-86EA-0AD3713C4700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985AB4-85F8-D398-CEC4-AB7D9A521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4DFFDE-C3BA-131A-DFE4-76DBC8DCC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155E-A885-3943-9498-62D90E4A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588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C1946-3688-3D99-542E-D4A0DBED1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3061C-1FF3-43A3-644F-928114446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4FC34-8372-A234-4D3C-8E176E522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FFD85-A9CF-9B84-8980-6F081961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A743B-9E53-0B4A-86EA-0AD3713C4700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8FFC1-8087-AFCB-A46B-01F655C750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9B22F4-E940-75E4-426F-CC38562A3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155E-A885-3943-9498-62D90E4A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59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848F6-1A53-A2EE-4D24-029D2EFBC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8A44FE-0A01-520B-0B99-10693CD58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B5C41-0557-C981-241B-469704276B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5D03A5-5306-BC49-5442-264AD8CADB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9F8D19-2FBE-0568-7434-19AF8620F1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D3CBEF-E2A2-D043-C662-C72CF8E08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A743B-9E53-0B4A-86EA-0AD3713C4700}" type="datetimeFigureOut">
              <a:rPr lang="en-US" smtClean="0"/>
              <a:t>7/1/25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CD129E-9F87-7DF0-FF11-B76889A76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7A1E67-CB7C-07C3-763D-B2354FD1A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155E-A885-3943-9498-62D90E4A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742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131DA-5370-AA90-29C7-9A69545F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641658-0E60-143F-597F-862BB19D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A743B-9E53-0B4A-86EA-0AD3713C4700}" type="datetimeFigureOut">
              <a:rPr lang="en-US" smtClean="0"/>
              <a:t>7/1/25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CC694-8720-84A4-E523-F73AEF927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41C3C4-E713-DF70-1867-D40964D86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155E-A885-3943-9498-62D90E4A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368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BFEE48-E739-5866-D143-2A0899ACC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A743B-9E53-0B4A-86EA-0AD3713C4700}" type="datetimeFigureOut">
              <a:rPr lang="en-US" smtClean="0"/>
              <a:t>7/1/25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538CD-9176-5A8A-38A6-2E5D7B537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3128D-B39A-3D8A-2F4D-5C49B2FAE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155E-A885-3943-9498-62D90E4A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25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C84A-D740-B460-6FEB-20F803A0B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43103-4C52-EC50-0D8F-F153E5D04B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93328D-BF0F-BD26-9AFC-E04B209F9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8A8DD1-D901-F762-CC3B-4A22F157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A743B-9E53-0B4A-86EA-0AD3713C4700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4C0AE-C5C1-3CBC-A027-8600A6882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3FF63-2566-C943-3999-AC45DD157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155E-A885-3943-9498-62D90E4A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1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9A8F7-7C0D-4BAB-C2E5-438C10048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7B07AE-059C-7DAF-E0BD-3167066C53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1F881-D967-9742-C564-11D5DA3F9A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C80C77-1008-C8BA-3F2A-4C6A5C6E1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A743B-9E53-0B4A-86EA-0AD3713C4700}" type="datetimeFigureOut">
              <a:rPr lang="en-US" smtClean="0"/>
              <a:t>7/1/25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9BF0DD-482F-E992-0926-C4B97F40E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D3099-489F-AD22-89B9-10856BCA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155E-A885-3943-9498-62D90E4A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531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BCC5-27A5-12E4-C95C-816C05212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DAEE5-02C1-9294-03D7-A4C23055B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266AC-A9ED-20FC-C23B-827FB264C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A743B-9E53-0B4A-86EA-0AD3713C4700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7BCB3-0E44-1BC1-118A-660092749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22834-4088-6EF4-BF57-61F5C21F2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155E-A885-3943-9498-62D90E4A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548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DDCA3C-BB1E-ACA8-78D0-0F094575A7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09BFD0-FE88-1CBD-B546-EFAF2E4069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85AF0-F6D8-6B14-8D85-0B66AF51D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A743B-9E53-0B4A-86EA-0AD3713C4700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6B8CA-22A8-1D69-13BD-224114956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DD8AE-AC09-08A8-F73F-ECDC0536E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8155E-A885-3943-9498-62D90E4A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642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ADF254-D6C8-2C23-DBFD-68A4ADCDC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8A7D2-7A17-712A-AD38-AA654A528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2C768E-2262-99CE-5736-A3C0C5975F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CA743B-9E53-0B4A-86EA-0AD3713C4700}" type="datetimeFigureOut">
              <a:rPr lang="en-US" smtClean="0"/>
              <a:t>7/1/25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DCC48-5E58-4B49-799A-401806C955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07CCA8-22EA-6EE6-4631-F5759D50C3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8155E-A885-3943-9498-62D90E4A51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63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ADC07A8-5AAA-C78C-9DF0-95D316C983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676" y="1545098"/>
            <a:ext cx="5140411" cy="2534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A8FC4B-FEFF-A168-B121-B1CA32CBA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913" y="4079104"/>
            <a:ext cx="5140411" cy="25340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866A61-3CD3-7C2B-7D59-46F380CE8F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13" y="1545098"/>
            <a:ext cx="5140411" cy="25340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FF328FD-9BA6-A3D1-83B9-3256AE406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9676" y="4079104"/>
            <a:ext cx="5140411" cy="2534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CC78A2-A7C1-0915-22EB-692D7A53AF13}"/>
              </a:ext>
            </a:extLst>
          </p:cNvPr>
          <p:cNvSpPr txBox="1"/>
          <p:nvPr/>
        </p:nvSpPr>
        <p:spPr>
          <a:xfrm>
            <a:off x="86498" y="91849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Subject 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502E4B-1201-5EC3-7975-BC6DCB230235}"/>
              </a:ext>
            </a:extLst>
          </p:cNvPr>
          <p:cNvSpPr txBox="1"/>
          <p:nvPr/>
        </p:nvSpPr>
        <p:spPr>
          <a:xfrm>
            <a:off x="86498" y="461181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AUC score : 0.58   Threshold: 0.50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TNR: 0.57   TPR: 0.55</a:t>
            </a:r>
          </a:p>
        </p:txBody>
      </p:sp>
    </p:spTree>
    <p:extLst>
      <p:ext uri="{BB962C8B-B14F-4D97-AF65-F5344CB8AC3E}">
        <p14:creationId xmlns:p14="http://schemas.microsoft.com/office/powerpoint/2010/main" val="4072934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C315B9-AE58-42E8-268E-C5F1A7FAB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861" y="4048211"/>
            <a:ext cx="5138928" cy="25332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4123EA-C3B1-B51A-5FA1-197A28F737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861" y="1407089"/>
            <a:ext cx="5138928" cy="2533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C78EBE-4F60-80D9-916B-5284EA951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213" y="4048211"/>
            <a:ext cx="5138928" cy="25332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839D965-DBA1-ABE6-DDF4-EB5FA4EEBE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213" y="1407089"/>
            <a:ext cx="5138928" cy="253327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2391ACA-F94E-9A64-4DFD-98765C77C12E}"/>
              </a:ext>
            </a:extLst>
          </p:cNvPr>
          <p:cNvSpPr txBox="1"/>
          <p:nvPr/>
        </p:nvSpPr>
        <p:spPr>
          <a:xfrm>
            <a:off x="86498" y="91849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Subject 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9FA0E8-599F-47ED-EEA2-C3FD8CB3C33C}"/>
              </a:ext>
            </a:extLst>
          </p:cNvPr>
          <p:cNvSpPr txBox="1"/>
          <p:nvPr/>
        </p:nvSpPr>
        <p:spPr>
          <a:xfrm>
            <a:off x="86498" y="441134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AUC score : 0.53   Threshold: 0.50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TNR: 0.55   TPR: 0.50</a:t>
            </a:r>
          </a:p>
        </p:txBody>
      </p:sp>
    </p:spTree>
    <p:extLst>
      <p:ext uri="{BB962C8B-B14F-4D97-AF65-F5344CB8AC3E}">
        <p14:creationId xmlns:p14="http://schemas.microsoft.com/office/powerpoint/2010/main" val="3416596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8ED68E-3205-52AA-8CFF-EA38DC22D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3016" y="3996532"/>
            <a:ext cx="5138144" cy="25328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3E1897-8D8B-2939-0083-C7EE27958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016" y="1463644"/>
            <a:ext cx="5138144" cy="25328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00C63D-29FE-7E42-113C-410F9C631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40" y="3996532"/>
            <a:ext cx="5138144" cy="25328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9277AA-4B2C-0F14-19F6-DFC510C5F3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840" y="1463644"/>
            <a:ext cx="5138144" cy="25328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A4E0A7F-B97B-3928-5EA9-B00A720D0301}"/>
              </a:ext>
            </a:extLst>
          </p:cNvPr>
          <p:cNvSpPr txBox="1"/>
          <p:nvPr/>
        </p:nvSpPr>
        <p:spPr>
          <a:xfrm>
            <a:off x="86498" y="91849"/>
            <a:ext cx="1048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Subject 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250284-027A-8F06-702C-1F0ADA2F9DF4}"/>
              </a:ext>
            </a:extLst>
          </p:cNvPr>
          <p:cNvSpPr txBox="1"/>
          <p:nvPr/>
        </p:nvSpPr>
        <p:spPr>
          <a:xfrm>
            <a:off x="86498" y="461181"/>
            <a:ext cx="60980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AUC score : 0.56   Threshold: 0.50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TNR: 0.56   TPR: 0.53</a:t>
            </a:r>
          </a:p>
        </p:txBody>
      </p:sp>
    </p:spTree>
    <p:extLst>
      <p:ext uri="{BB962C8B-B14F-4D97-AF65-F5344CB8AC3E}">
        <p14:creationId xmlns:p14="http://schemas.microsoft.com/office/powerpoint/2010/main" val="22558744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45</Words>
  <Application>Microsoft Macintosh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</cp:revision>
  <dcterms:created xsi:type="dcterms:W3CDTF">2025-07-01T18:49:43Z</dcterms:created>
  <dcterms:modified xsi:type="dcterms:W3CDTF">2025-07-01T22:09:34Z</dcterms:modified>
</cp:coreProperties>
</file>